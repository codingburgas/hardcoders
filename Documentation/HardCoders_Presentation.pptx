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64" r:id="rId4"/>
    <p:sldId id="260" r:id="rId5"/>
    <p:sldId id="258" r:id="rId6"/>
    <p:sldId id="259" r:id="rId7"/>
    <p:sldId id="263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20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8B58-2965-E3C0-F243-5B3DFD3A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C3D8A-D45F-7B2F-4F56-3A340E582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2C77E-8EFF-EA34-22F3-E9D872145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7E992-5ADF-F93A-F761-4471930BF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5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521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023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100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032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02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186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796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8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2935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957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8516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1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54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8826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36952" y="100464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 Grade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Project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78231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HardCoders  ·  School Library Project</a:t>
            </a:r>
            <a:endParaRPr lang="en-US" sz="11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3D12F74-0A93-F031-0C7B-6708FE0CB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689" y="1593831"/>
            <a:ext cx="2992272" cy="2992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4CC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91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CC9F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" y="2176272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 and delete books from the library. All data is saved to a text file automatically.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005840"/>
            <a:ext cx="201168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7B2FB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71907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176272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books by author or genre. The search is case-insensitive and supports partial matches.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005840"/>
            <a:ext cx="201168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6D6A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36592" y="171907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6592" y="2176272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entire collection by title or by year using Bubble Sort. Results are saved instantly.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1005840"/>
            <a:ext cx="201168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D16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∑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12864" y="171907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12864" y="2176272"/>
            <a:ext cx="1792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sum of all publication years recursively — required algorithm for the assignment.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0E67-F0C1-F203-7B5D-8410A472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C497D7-2A2A-FE98-5B93-640FF3CBF9C4}"/>
              </a:ext>
            </a:extLst>
          </p:cNvPr>
          <p:cNvSpPr/>
          <p:nvPr/>
        </p:nvSpPr>
        <p:spPr>
          <a:xfrm>
            <a:off x="3715375" y="219456"/>
            <a:ext cx="17132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1AF205-CEC0-F0F9-8633-527B9E7713B7}"/>
              </a:ext>
            </a:extLst>
          </p:cNvPr>
          <p:cNvSpPr/>
          <p:nvPr/>
        </p:nvSpPr>
        <p:spPr>
          <a:xfrm>
            <a:off x="829329" y="1011072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B7562B-D69F-F103-179F-6A14C5066BB3}"/>
              </a:ext>
            </a:extLst>
          </p:cNvPr>
          <p:cNvSpPr/>
          <p:nvPr/>
        </p:nvSpPr>
        <p:spPr>
          <a:xfrm>
            <a:off x="829329" y="1011072"/>
            <a:ext cx="2011680" cy="91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1ED1BC-23D0-09F6-3B73-8A4691519489}"/>
              </a:ext>
            </a:extLst>
          </p:cNvPr>
          <p:cNvSpPr/>
          <p:nvPr/>
        </p:nvSpPr>
        <p:spPr>
          <a:xfrm>
            <a:off x="939057" y="129667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 Hristov (Scrum Trainer)</a:t>
            </a:r>
            <a:endParaRPr lang="en-US" sz="160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68D0590D-1F91-4E35-B485-471E5F030E16}"/>
              </a:ext>
            </a:extLst>
          </p:cNvPr>
          <p:cNvSpPr/>
          <p:nvPr/>
        </p:nvSpPr>
        <p:spPr>
          <a:xfrm>
            <a:off x="3470171" y="1005840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861CD78B-E3DB-2A25-6766-39EF7CA5FD71}"/>
              </a:ext>
            </a:extLst>
          </p:cNvPr>
          <p:cNvSpPr/>
          <p:nvPr/>
        </p:nvSpPr>
        <p:spPr>
          <a:xfrm>
            <a:off x="3470171" y="1005840"/>
            <a:ext cx="2011680" cy="91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BF962E2-12BA-F9CD-923E-BD8F59599AAF}"/>
              </a:ext>
            </a:extLst>
          </p:cNvPr>
          <p:cNvSpPr/>
          <p:nvPr/>
        </p:nvSpPr>
        <p:spPr>
          <a:xfrm>
            <a:off x="3579899" y="1353449"/>
            <a:ext cx="1715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Zlati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Georgakiev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(Back end)</a:t>
            </a:r>
            <a:endParaRPr lang="en-US" sz="160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E573CB56-1D2D-76F6-003D-679324624688}"/>
              </a:ext>
            </a:extLst>
          </p:cNvPr>
          <p:cNvSpPr/>
          <p:nvPr/>
        </p:nvSpPr>
        <p:spPr>
          <a:xfrm>
            <a:off x="6111013" y="1011072"/>
            <a:ext cx="2011680" cy="3108960"/>
          </a:xfrm>
          <a:prstGeom prst="rect">
            <a:avLst/>
          </a:prstGeom>
          <a:solidFill>
            <a:srgbClr val="16213E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451D84E-EB39-CB80-8084-9ACB2ACBD121}"/>
              </a:ext>
            </a:extLst>
          </p:cNvPr>
          <p:cNvSpPr/>
          <p:nvPr/>
        </p:nvSpPr>
        <p:spPr>
          <a:xfrm>
            <a:off x="6111013" y="1011072"/>
            <a:ext cx="2011680" cy="91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5C8BB8E2-F3D6-B2EB-9A6F-D995789FC1E0}"/>
              </a:ext>
            </a:extLst>
          </p:cNvPr>
          <p:cNvSpPr/>
          <p:nvPr/>
        </p:nvSpPr>
        <p:spPr>
          <a:xfrm>
            <a:off x="6220741" y="1260281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Krilov (Front End)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BC77BEB-227F-2651-8EF1-7810B522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74" y="1949538"/>
            <a:ext cx="1883390" cy="18833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80D7FBF-600B-2DB9-6370-DCE900A93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012" y="1899247"/>
            <a:ext cx="1933681" cy="19839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FED5834-9E8A-33A8-28E0-58CB163376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8" t="27419" b="26147"/>
          <a:stretch>
            <a:fillRect/>
          </a:stretch>
        </p:blipFill>
        <p:spPr>
          <a:xfrm>
            <a:off x="3518531" y="1899247"/>
            <a:ext cx="1914960" cy="19336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306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/>
              <a:t>Work Distribution Across the 3‑Week Project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128016" cy="11430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753" y="1363320"/>
            <a:ext cx="75942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Week One</a:t>
            </a:r>
            <a:r>
              <a:rPr lang="en-US" dirty="0"/>
              <a:t> – The team organized itself, assigned roles, and created a work plan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128016" cy="11430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71" y="2665476"/>
            <a:ext cx="7830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Week Two</a:t>
            </a:r>
            <a:r>
              <a:rPr lang="en-US" dirty="0"/>
              <a:t> – Each member worked on their tasks and we reviewed our progress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841248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84448"/>
            <a:ext cx="128016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620" y="3963924"/>
            <a:ext cx="8808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/>
              <a:t>Week Three</a:t>
            </a:r>
            <a:r>
              <a:rPr lang="en-US" sz="1700" dirty="0"/>
              <a:t> – We combined all parts, edited the final version, and prepared the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37160" cy="107899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1155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ui_sidebar  ui_table  ui_form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ui_search  ui_sort  ui_content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window. Reads input. Calls Logic.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084832"/>
            <a:ext cx="0" cy="18288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67712"/>
            <a:ext cx="841248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67712"/>
            <a:ext cx="137160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59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377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 book_ops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 sort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4963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data. Runs algorithms. Calls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3346704"/>
            <a:ext cx="0" cy="182880"/>
          </a:xfrm>
          <a:prstGeom prst="line">
            <a:avLst/>
          </a:prstGeom>
          <a:noFill/>
          <a:ln w="19050">
            <a:solidFill>
              <a:srgbClr val="7A8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29584"/>
            <a:ext cx="8412480" cy="1078992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29584"/>
            <a:ext cx="137160" cy="10789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210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" y="4059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639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book.h  storage.cpp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75818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books.txt. Nothing else.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7315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3533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80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7315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591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276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55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7315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constants.h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9019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929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2139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203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45059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2414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logic.h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4505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478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ui_state.h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7249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752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9923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29992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026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46320" y="1353312"/>
            <a:ext cx="73152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1316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63840" y="13533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1380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627632"/>
            <a:ext cx="7315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1591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storage.cpp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16276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1655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190195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utils.cpp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63840" y="19019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1929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217627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2139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validation.cpp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63840" y="21762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2203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245059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2414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book_ops.cpp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24505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2478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272491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2624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search.cpp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863840" y="27249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2752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2999232"/>
            <a:ext cx="73152" cy="2560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92624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sort.cpp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863840" y="29992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3026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46320" y="327355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92624" y="3236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ui_sidebar.cpp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863840" y="32735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0" y="3300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46320" y="354787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3511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ui_table.cpp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863840" y="354787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3575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846320" y="382219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92624" y="3785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ui_form.cpp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863840" y="38221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63840" y="3849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846320" y="409651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92624" y="4059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ui_search.cpp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863840" y="409651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4123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846320" y="437083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92624" y="43342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ui_sort.cpp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863840" y="437083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63840" y="4398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846320" y="4645152"/>
            <a:ext cx="73152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92624" y="4608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ui_content.cpp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863840" y="464515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63840" y="4672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78926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move on to the project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</TotalTime>
  <Words>361</Words>
  <Application>Microsoft Office PowerPoint</Application>
  <PresentationFormat>On-screen Show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Segoe UI Emoji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Ivo Hristov</cp:lastModifiedBy>
  <cp:revision>3</cp:revision>
  <dcterms:created xsi:type="dcterms:W3CDTF">2026-05-18T19:49:13Z</dcterms:created>
  <dcterms:modified xsi:type="dcterms:W3CDTF">2026-05-18T20:36:20Z</dcterms:modified>
</cp:coreProperties>
</file>